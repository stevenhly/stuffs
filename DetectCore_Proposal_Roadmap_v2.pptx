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DetectCore Proposal -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772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/>
            </a:pPr>
            <a:r>
              <a:t>1. Context Enhancements</a:t>
            </a:r>
          </a:p>
          <a:p>
            <a:pPr lvl="1">
              <a:defRPr sz="1800"/>
            </a:pPr>
            <a:r>
              <a:t>• Add currentSystemTime to Context</a:t>
            </a:r>
          </a:p>
          <a:p>
            <a:pPr lvl="1">
              <a:defRPr sz="1800"/>
            </a:pPr>
            <a:r>
              <a:t>• Add objectTime to SimulationObject</a:t>
            </a:r>
          </a:p>
          <a:p>
            <a:pPr lvl="1">
              <a:defRPr sz="1800"/>
            </a:pPr>
            <a:r>
              <a:t>• Preserve raw position, velocity, and acceleration</a:t>
            </a:r>
          </a:p>
          <a:p>
            <a:pPr>
              <a:defRPr b="1" sz="2200"/>
            </a:pPr>
            <a:r>
              <a:t>2. Extrapolated Position Feature</a:t>
            </a:r>
          </a:p>
          <a:p>
            <a:pPr lvl="1">
              <a:defRPr sz="1800"/>
            </a:pPr>
            <a:r>
              <a:t>• Implement ExtrapolateObjPositionExtractor</a:t>
            </a:r>
          </a:p>
          <a:p>
            <a:pPr lvl="1">
              <a:defRPr sz="1800"/>
            </a:pPr>
            <a:r>
              <a:t>• Compute extrapolated object position using position, velocity, acceleration, objectTime, and currentSystemTime</a:t>
            </a:r>
          </a:p>
          <a:p>
            <a:pPr lvl="1">
              <a:defRPr sz="1800"/>
            </a:pPr>
            <a:r>
              <a:t>• Register FeatureId::ExtrapolatedPosition</a:t>
            </a:r>
          </a:p>
          <a:p>
            <a:pPr lvl="1">
              <a:defRPr sz="1800"/>
            </a:pPr>
            <a:r>
              <a:t>• Cache the feature in FeatureState</a:t>
            </a:r>
          </a:p>
          <a:p>
            <a:pPr>
              <a:defRPr b="1" sz="2200"/>
            </a:pPr>
            <a:r>
              <a:t>3. Beam Evaluation</a:t>
            </a:r>
          </a:p>
          <a:p>
            <a:pPr lvl="1">
              <a:defRPr sz="1800"/>
            </a:pPr>
            <a:r>
              <a:t>• Implement BeamEvaluator</a:t>
            </a:r>
          </a:p>
          <a:p>
            <a:pPr lvl="1">
              <a:defRPr sz="1800"/>
            </a:pPr>
            <a:r>
              <a:t>• Consume FeatureId::ExtrapolatedPosition from FeatureState</a:t>
            </a:r>
          </a:p>
          <a:p>
            <a:pPr lvl="1">
              <a:defRPr sz="1800"/>
            </a:pPr>
            <a:r>
              <a:t>• Perform beam evaluation based on the extrapolated object position</a:t>
            </a:r>
          </a:p>
          <a:p>
            <a:pPr lvl="1">
              <a:defRPr sz="1800"/>
            </a:pPr>
            <a:r>
              <a:t>• Return beam evaluation result</a:t>
            </a:r>
          </a:p>
          <a:p>
            <a:pPr>
              <a:defRPr b="1" sz="2200"/>
            </a:pPr>
            <a:r>
              <a:t>4. Validation &amp; Integration</a:t>
            </a:r>
          </a:p>
          <a:p>
            <a:pPr lvl="1">
              <a:defRPr sz="1800"/>
            </a:pPr>
            <a:r>
              <a:t>• Add unit tests</a:t>
            </a:r>
          </a:p>
          <a:p>
            <a:pPr lvl="1">
              <a:defRPr sz="1800"/>
            </a:pPr>
            <a:r>
              <a:t>• Merge detect-core into Platform main branch</a:t>
            </a:r>
          </a:p>
          <a:p>
            <a:pPr lvl="1">
              <a:defRPr sz="1800"/>
            </a:pPr>
            <a:r>
              <a:t>• Integrate GitLab CI with NSCC Jenkins uploader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DetectCore Processing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589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urier New"/>
              </a:defRPr>
            </a:pPr>
            <a:r>
              <a:t>SimulationObject</a:t>
            </a:r>
            <a:br/>
            <a:r>
              <a:t>(x, y, z, velocity, acceleration, objectTime)</a:t>
            </a:r>
            <a:br/>
            <a:r>
              <a:t>                |</a:t>
            </a:r>
            <a:br/>
            <a:r>
              <a:t>                v</a:t>
            </a:r>
            <a:br/>
            <a:r>
              <a:t>Context (+ currentSystemTime)</a:t>
            </a:r>
            <a:br/>
            <a:r>
              <a:t>                |</a:t>
            </a:r>
            <a:br/>
            <a:r>
              <a:t>                v</a:t>
            </a:r>
            <a:br/>
            <a:r>
              <a:t>ExtrapolateObjPositionExtractor</a:t>
            </a:r>
            <a:br/>
            <a:r>
              <a:t>                |</a:t>
            </a:r>
            <a:br/>
            <a:r>
              <a:t>                v</a:t>
            </a:r>
            <a:br/>
            <a:r>
              <a:t>FeatureState (ExtrapolatedPosition)</a:t>
            </a:r>
            <a:br/>
            <a:r>
              <a:t>                |</a:t>
            </a:r>
            <a:br/>
            <a:r>
              <a:t>                v</a:t>
            </a:r>
            <a:br/>
            <a:r>
              <a:t>BeamEvaluator</a:t>
            </a:r>
            <a:br/>
            <a:r>
              <a:t>(Beam evaluation based on extrapolated position)</a:t>
            </a:r>
            <a:br/>
            <a:r>
              <a:t>                |</a:t>
            </a:r>
            <a:br/>
            <a:r>
              <a:t>                v</a:t>
            </a:r>
            <a:br/>
            <a:r>
              <a:t>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